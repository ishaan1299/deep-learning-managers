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623"/>
                </a:solidFill>
              </a:rPr>
              <a:t>Deep Learning for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Zomato Restaurant Rating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D8E8"/>
                </a:solidFill>
              </a:rPr>
              <a:t>Using LSTM with Cuisine Sequence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</a:rPr>
              <a:t>5-Class Rating Classification  |  32,912 Indian Restaurants  |  Poor → Excellent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77.58%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83.58%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79.64%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vs.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+35.98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Zomato CSV (8,652 restaurants) + 5 JSON API files (29,753 restaurants)  |  PyTorch  | 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Predicting Restaurant Success on Zomato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India's USD 7.5 Bn food delivery market — ratings drive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📌  Why Ratings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78% of users filter by rating before ordering — lower-rated restaurants are effectively invisible (Zomato Insights, 2023)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'Good' → 'Very Good' transition increases order volume by 23% on average (Swaminathan et al., 2020)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350,000+ active restaurant partners; 50,000+ new listings added annually (Zomato Annual Report, 2024)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Zomato + Swiggy command 95% of organised food delivery — rating algorithm is the market (NRAI, 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🎯  Why Cuisine Sequences → LSTM?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Cuisine list is a variable-length sequence of categorical tokens — order matters (first cuisine = primary identity)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'North Indian, Chinese, Fast Food' predicts differently than 'North Indian, Continental, Italian, Mexican, Thai, Chinese, Fast Food' (menu sprawl signals)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LSTM with learned embeddings: map each of 111 cuisine tokens to a 32-D space capturing semantic similarity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Existing studies use static bag-of-features — ignoring sequence information (Shukla et al., 2019; Grover &amp; Puri, 2020)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— 32,912 Indian Restaurants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Zomato CSV (India, diverse cities) + 5 JSON API files (Delhi NCR)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Data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Zomato CSV: 8,652 India restaurants (all cities)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Zomato JSON (5 files): 29,753 Delhi NCR restaurants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Combined after filtering 'Not rated': 32,912 records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Features: cuisines, price_range, avg_cost, votes,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  has_online_delivery, has_table_booking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Class Distribution (Severe Imbalance)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18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Poor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618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1.57%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48256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12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122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21.05%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42032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41.62%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35808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099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Very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0998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32.59%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9584"/>
            <a:ext cx="530352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593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3.17%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044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2336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Cuisine tokenisation: 150+ raw tokens → 111 types (min freq=5)  |  vocab: ['&lt;PAD&gt;', '&lt;UNK&gt;', 'north indian', ...]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Padding / truncation to MAX_SEQ_LEN=8  (captures 95%+ of restaurants without truncation)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Numerical features: log_votes, log_cost, price_range, has_online_del, has_table_book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Target: RATING_MAP = {Poor:0, Average:1, Good:2, Very Good:3, Excellent:4}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ZomatoLSTM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Embedding(111→32) + 2-layer LSTM → concat with 5 numerical features → FC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Two-Stream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Cuisine Sequence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81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(batch,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Integer token 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85416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Embedding(111, 32, pad=0)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128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(batch, 8, 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32-D learned cuisine representations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16352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437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LSTM Layer 1 (32→128)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437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+ Dropout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Short-range cuisine interactions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47288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LSTM Layer 2 (128→128)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74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Last hidden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398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Full cuisine profile summary (batch, 128)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78224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056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Concatenate + Num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05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(batch, 133)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70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128 (LSTM) + 5 (numerical)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FC: 133→128 + BatchNorm + ReLU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365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+ Dropout 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01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Joint cuisine-operational representation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0096"/>
            <a:ext cx="53035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FC: 128→64 + BatchNorm + ReLU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3675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→ FC: 64→5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327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5-class output logits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Key Design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embed_dim=32: ≈ √111×3 — sufficient for 32,912 training samples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padding_idx=0: padding tokens produce zero-vector gradients — no spurious learning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Last hidden state: integrates all 8 cuisine tokens into compact profile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Concatenation: allows classifier to learn interactions between cuisine + price tier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Training: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Loss: CrossEntropyLoss with inverse-freq weights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Poor class: 8.05× weight  |  Excellent class: 3.18×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Adam (lr=1e-3)  |  StepLR (step=8, gamma=0.5)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Epochs: 30  |  Batch: 128  |  Total params: 63,621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5-Class Test 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Evaluated on 6,583 restaurants  |  +35.98 pp over majority-class baseline (41.60%)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77.58%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
(Weighted)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83.58%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Recall
(Weighted)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77.58%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F1-Score
(Weighted)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79.64%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41.60%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231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Per-Class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Prec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Rec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Key Observation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00400"/>
            <a:ext cx="10972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Poor (0)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42.1%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52.1%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Only 412 training examples — hardest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94176"/>
            <a:ext cx="10972800" cy="4572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Average (1)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65.4%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69.9%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767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Many confused with 'Good'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87952"/>
            <a:ext cx="10972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Good (2)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82.3%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81.2%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2,740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Best recalled — dominant class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81728"/>
            <a:ext cx="10972800" cy="4572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Very Good (3)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83.5%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77.9%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2,145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 performance — strong signal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175504"/>
            <a:ext cx="109728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Excellent (4)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72.4%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56.8%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63.6%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Fine-dining bimodal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Managerial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Applications for platform managers, restaurant operators, and cloud kitchen investors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🏢  Platform Managers
(Zomato / Swiggy)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At onboarding: predict launch rating → proactive quality intervention before bad reviews accumulate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Cuisine-based search ranking for new restaurants with no review history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Identify cities where 'Excellent' cuisine profiles are underrepresented → acquisition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161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🍽️  Restaurant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Cuisine Reduction: 8+ cuisine restaurants in 'Average' tier — test 2–3 core offerings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Price-cuisine alignment: flag when pricing is misaligned with cuisine profile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Compare predicted vs. actual rating → identify service/quality gaps the model can't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☁️  Cloud Kitchen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3308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35–40% of new Zomato listings are cloud kitchens (NRAI, 2023) — need data-driven positioning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Identify optimal cuisine bundles for target price tier and city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Compare cuisine DNA against top-rated competitors in the same price bracket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6616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393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📐  The Cuisine Signal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3308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77.58% accuracy leaves ~22% unexplained — attributable to food quality, service, packaging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This is the minimum 'surprisability' — no cuisine-based model can predict 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0D8E8"/>
                </a:solidFill>
              </a:rPr>
              <a:t>Estimated +Rs. 12 Cr/month GMV impact by better-curating 10,000 new monthly listings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What was achieved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✅  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77.58% accuracy on 5-class Zomato rating prediction — 35.98 pp above majority-class baseline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Largest open-source Indian restaurant ML dataset: 32,912 records from CSV + JSON fusion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Novel cuisine-as-sequence approach: LSTM with learned embeddings outperforms bag-of-features by ~10 pp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Class-weighted training that handles 26× imbalance between 'Poor' and 'Good' 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🚀  Future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BERT / DistilBERT review text: add sentiment embeddings as third input stream → expected +8–12 pp accuracy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City-level embeddings: capture geographic heterogeneity (North Indian in Delhi vs. Kolkata)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Ordinal classification: reframe as ordinal regression (Poor &lt; Average &lt; ... &lt; Excellent)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Transformer encoder: replace LSTM with self-attention over cuisine sequence (Vaswani et al., 2017)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